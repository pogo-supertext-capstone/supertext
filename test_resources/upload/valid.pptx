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237" r:id="rId2"/>
    <p:sldId id="2238" r:id="rId3"/>
    <p:sldId id="2239" r:id="rId4"/>
    <p:sldId id="2240" r:id="rId5"/>
    <p:sldId id="2241" r:id="rId6"/>
    <p:sldId id="2242" r:id="rId7"/>
    <p:sldId id="224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FBB8D-FF92-4A55-ABB7-BE814A13A149}" v="9" dt="2026-10-29T01:40:57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p, Thomas" userId="2f973f5f-3edb-457d-a162-42258ca6e0a3" providerId="ADAL" clId="{51404EFE-A2CC-4493-B4E2-F09D3EAA1857}"/>
    <pc:docChg chg="custSel addSld delSld modSld">
      <pc:chgData name="Sharp, Thomas" userId="2f973f5f-3edb-457d-a162-42258ca6e0a3" providerId="ADAL" clId="{51404EFE-A2CC-4493-B4E2-F09D3EAA1857}" dt="2026-10-29T01:41:06.295" v="123" actId="20577"/>
      <pc:docMkLst>
        <pc:docMk/>
      </pc:docMkLst>
      <pc:sldChg chg="addSp delSp modSp new del mod">
        <pc:chgData name="Sharp, Thomas" userId="2f973f5f-3edb-457d-a162-42258ca6e0a3" providerId="ADAL" clId="{51404EFE-A2CC-4493-B4E2-F09D3EAA1857}" dt="2026-10-29T01:14:16.212" v="13" actId="47"/>
        <pc:sldMkLst>
          <pc:docMk/>
          <pc:sldMk cId="1681731992" sldId="256"/>
        </pc:sldMkLst>
        <pc:spChg chg="mod">
          <ac:chgData name="Sharp, Thomas" userId="2f973f5f-3edb-457d-a162-42258ca6e0a3" providerId="ADAL" clId="{51404EFE-A2CC-4493-B4E2-F09D3EAA1857}" dt="2026-10-29T01:13:55.259" v="10" actId="20577"/>
          <ac:spMkLst>
            <pc:docMk/>
            <pc:sldMk cId="1681731992" sldId="256"/>
            <ac:spMk id="2" creationId="{9E46ACE6-5350-7358-C512-1D19EC636C4A}"/>
          </ac:spMkLst>
        </pc:spChg>
        <pc:spChg chg="del mod">
          <ac:chgData name="Sharp, Thomas" userId="2f973f5f-3edb-457d-a162-42258ca6e0a3" providerId="ADAL" clId="{51404EFE-A2CC-4493-B4E2-F09D3EAA1857}" dt="2026-10-29T01:13:27.834" v="7" actId="478"/>
          <ac:spMkLst>
            <pc:docMk/>
            <pc:sldMk cId="1681731992" sldId="256"/>
            <ac:spMk id="3" creationId="{B89628E7-4A2A-DDB0-701A-CCB0B2F4569A}"/>
          </ac:spMkLst>
        </pc:spChg>
        <pc:spChg chg="add">
          <ac:chgData name="Sharp, Thomas" userId="2f973f5f-3edb-457d-a162-42258ca6e0a3" providerId="ADAL" clId="{51404EFE-A2CC-4493-B4E2-F09D3EAA1857}" dt="2026-10-29T01:14:07.585" v="11" actId="22"/>
          <ac:spMkLst>
            <pc:docMk/>
            <pc:sldMk cId="1681731992" sldId="256"/>
            <ac:spMk id="5" creationId="{F25EA913-40A0-4CEA-6D8E-7B85A0BA249A}"/>
          </ac:spMkLst>
        </pc:spChg>
      </pc:sldChg>
      <pc:sldChg chg="modSp add mod">
        <pc:chgData name="Sharp, Thomas" userId="2f973f5f-3edb-457d-a162-42258ca6e0a3" providerId="ADAL" clId="{51404EFE-A2CC-4493-B4E2-F09D3EAA1857}" dt="2026-10-29T01:15:33.460" v="47" actId="20577"/>
        <pc:sldMkLst>
          <pc:docMk/>
          <pc:sldMk cId="2891407977" sldId="2237"/>
        </pc:sldMkLst>
        <pc:spChg chg="mod">
          <ac:chgData name="Sharp, Thomas" userId="2f973f5f-3edb-457d-a162-42258ca6e0a3" providerId="ADAL" clId="{51404EFE-A2CC-4493-B4E2-F09D3EAA1857}" dt="2026-10-29T01:15:33.460" v="47" actId="20577"/>
          <ac:spMkLst>
            <pc:docMk/>
            <pc:sldMk cId="2891407977" sldId="2237"/>
            <ac:spMk id="4" creationId="{B6CCDB9C-7A90-02FA-8DBA-6BF22A353193}"/>
          </ac:spMkLst>
        </pc:spChg>
      </pc:sldChg>
      <pc:sldChg chg="modSp add mod">
        <pc:chgData name="Sharp, Thomas" userId="2f973f5f-3edb-457d-a162-42258ca6e0a3" providerId="ADAL" clId="{51404EFE-A2CC-4493-B4E2-F09D3EAA1857}" dt="2026-10-29T01:15:49.998" v="71" actId="114"/>
        <pc:sldMkLst>
          <pc:docMk/>
          <pc:sldMk cId="2128415345" sldId="2238"/>
        </pc:sldMkLst>
        <pc:spChg chg="mod">
          <ac:chgData name="Sharp, Thomas" userId="2f973f5f-3edb-457d-a162-42258ca6e0a3" providerId="ADAL" clId="{51404EFE-A2CC-4493-B4E2-F09D3EAA1857}" dt="2026-10-29T01:15:49.998" v="71" actId="114"/>
          <ac:spMkLst>
            <pc:docMk/>
            <pc:sldMk cId="2128415345" sldId="2238"/>
            <ac:spMk id="4" creationId="{3FF71B3C-8B7B-5E53-4F65-9BEB308CA8EF}"/>
          </ac:spMkLst>
        </pc:spChg>
      </pc:sldChg>
      <pc:sldChg chg="modSp add mod">
        <pc:chgData name="Sharp, Thomas" userId="2f973f5f-3edb-457d-a162-42258ca6e0a3" providerId="ADAL" clId="{51404EFE-A2CC-4493-B4E2-F09D3EAA1857}" dt="2026-10-29T01:16:04.457" v="77" actId="20577"/>
        <pc:sldMkLst>
          <pc:docMk/>
          <pc:sldMk cId="3727222229" sldId="2239"/>
        </pc:sldMkLst>
        <pc:spChg chg="mod">
          <ac:chgData name="Sharp, Thomas" userId="2f973f5f-3edb-457d-a162-42258ca6e0a3" providerId="ADAL" clId="{51404EFE-A2CC-4493-B4E2-F09D3EAA1857}" dt="2026-10-29T01:16:04.457" v="77" actId="20577"/>
          <ac:spMkLst>
            <pc:docMk/>
            <pc:sldMk cId="3727222229" sldId="2239"/>
            <ac:spMk id="4" creationId="{DFC33841-744C-4CBD-4CCB-53C48593441A}"/>
          </ac:spMkLst>
        </pc:spChg>
      </pc:sldChg>
      <pc:sldChg chg="new del">
        <pc:chgData name="Sharp, Thomas" userId="2f973f5f-3edb-457d-a162-42258ca6e0a3" providerId="ADAL" clId="{51404EFE-A2CC-4493-B4E2-F09D3EAA1857}" dt="2026-10-29T01:16:09.981" v="79" actId="47"/>
        <pc:sldMkLst>
          <pc:docMk/>
          <pc:sldMk cId="3701328045" sldId="2240"/>
        </pc:sldMkLst>
      </pc:sldChg>
      <pc:sldChg chg="modSp add mod">
        <pc:chgData name="Sharp, Thomas" userId="2f973f5f-3edb-457d-a162-42258ca6e0a3" providerId="ADAL" clId="{51404EFE-A2CC-4493-B4E2-F09D3EAA1857}" dt="2026-10-29T01:16:15.010" v="83" actId="20577"/>
        <pc:sldMkLst>
          <pc:docMk/>
          <pc:sldMk cId="4291921034" sldId="2240"/>
        </pc:sldMkLst>
        <pc:spChg chg="mod">
          <ac:chgData name="Sharp, Thomas" userId="2f973f5f-3edb-457d-a162-42258ca6e0a3" providerId="ADAL" clId="{51404EFE-A2CC-4493-B4E2-F09D3EAA1857}" dt="2026-10-29T01:16:15.010" v="83" actId="20577"/>
          <ac:spMkLst>
            <pc:docMk/>
            <pc:sldMk cId="4291921034" sldId="2240"/>
            <ac:spMk id="4" creationId="{D341880E-FDC2-E490-2FF8-5CCCC859030E}"/>
          </ac:spMkLst>
        </pc:spChg>
      </pc:sldChg>
      <pc:sldChg chg="modSp add mod">
        <pc:chgData name="Sharp, Thomas" userId="2f973f5f-3edb-457d-a162-42258ca6e0a3" providerId="ADAL" clId="{51404EFE-A2CC-4493-B4E2-F09D3EAA1857}" dt="2026-10-29T01:39:57.720" v="85" actId="20577"/>
        <pc:sldMkLst>
          <pc:docMk/>
          <pc:sldMk cId="2367881166" sldId="2241"/>
        </pc:sldMkLst>
        <pc:spChg chg="mod">
          <ac:chgData name="Sharp, Thomas" userId="2f973f5f-3edb-457d-a162-42258ca6e0a3" providerId="ADAL" clId="{51404EFE-A2CC-4493-B4E2-F09D3EAA1857}" dt="2026-10-29T01:39:57.720" v="85" actId="20577"/>
          <ac:spMkLst>
            <pc:docMk/>
            <pc:sldMk cId="2367881166" sldId="2241"/>
            <ac:spMk id="4" creationId="{570E868C-88D2-490C-598B-A4A8A8F3099B}"/>
          </ac:spMkLst>
        </pc:spChg>
      </pc:sldChg>
      <pc:sldChg chg="modSp add mod">
        <pc:chgData name="Sharp, Thomas" userId="2f973f5f-3edb-457d-a162-42258ca6e0a3" providerId="ADAL" clId="{51404EFE-A2CC-4493-B4E2-F09D3EAA1857}" dt="2026-10-29T01:40:52.105" v="101" actId="20577"/>
        <pc:sldMkLst>
          <pc:docMk/>
          <pc:sldMk cId="1165539419" sldId="2242"/>
        </pc:sldMkLst>
        <pc:spChg chg="mod">
          <ac:chgData name="Sharp, Thomas" userId="2f973f5f-3edb-457d-a162-42258ca6e0a3" providerId="ADAL" clId="{51404EFE-A2CC-4493-B4E2-F09D3EAA1857}" dt="2026-10-29T01:40:52.105" v="101" actId="20577"/>
          <ac:spMkLst>
            <pc:docMk/>
            <pc:sldMk cId="1165539419" sldId="2242"/>
            <ac:spMk id="4" creationId="{7BB21A83-A80B-848A-688F-306B42A9A529}"/>
          </ac:spMkLst>
        </pc:spChg>
      </pc:sldChg>
      <pc:sldChg chg="modSp add mod">
        <pc:chgData name="Sharp, Thomas" userId="2f973f5f-3edb-457d-a162-42258ca6e0a3" providerId="ADAL" clId="{51404EFE-A2CC-4493-B4E2-F09D3EAA1857}" dt="2026-10-29T01:41:06.295" v="123" actId="20577"/>
        <pc:sldMkLst>
          <pc:docMk/>
          <pc:sldMk cId="1611833816" sldId="2243"/>
        </pc:sldMkLst>
        <pc:spChg chg="mod">
          <ac:chgData name="Sharp, Thomas" userId="2f973f5f-3edb-457d-a162-42258ca6e0a3" providerId="ADAL" clId="{51404EFE-A2CC-4493-B4E2-F09D3EAA1857}" dt="2026-10-29T01:41:06.295" v="123" actId="20577"/>
          <ac:spMkLst>
            <pc:docMk/>
            <pc:sldMk cId="1611833816" sldId="2243"/>
            <ac:spMk id="4" creationId="{D50F3C56-F412-4BBD-2805-2DE5543D94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06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6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24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44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9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63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709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2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284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3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564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6295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82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33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5506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9044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409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481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820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704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276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34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441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556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22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86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ME H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>
              <a:lnSpc>
                <a:spcPct val="100000"/>
              </a:lnSpc>
              <a:defRPr sz="7000" b="0" baseline="0">
                <a:latin typeface="Helvetica"/>
                <a:cs typeface="Helvetica"/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420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EC55A82-803E-4A25-858D-203D9A3C944F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A24EFF8-425D-498E-9757-A48935B5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2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CDB9C-7A90-02FA-8DBA-6BF22A353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slide #1</a:t>
            </a:r>
          </a:p>
        </p:txBody>
      </p:sp>
    </p:spTree>
    <p:extLst>
      <p:ext uri="{BB962C8B-B14F-4D97-AF65-F5344CB8AC3E}">
        <p14:creationId xmlns:p14="http://schemas.microsoft.com/office/powerpoint/2010/main" val="289140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3CFA3-10DA-320C-16F6-D966D6B6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71B3C-8B7B-5E53-4F65-9BEB308CA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slide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With </a:t>
            </a:r>
            <a:r>
              <a:rPr lang="en-US" i="1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paragraphs</a:t>
            </a:r>
          </a:p>
        </p:txBody>
      </p:sp>
    </p:spTree>
    <p:extLst>
      <p:ext uri="{BB962C8B-B14F-4D97-AF65-F5344CB8AC3E}">
        <p14:creationId xmlns:p14="http://schemas.microsoft.com/office/powerpoint/2010/main" val="2128415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7D9D-C678-C682-5CB1-CF56E7EF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33841-744C-4CBD-4CCB-53C485934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slide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With </a:t>
            </a:r>
            <a:r>
              <a:rPr lang="en-US" i="1" dirty="0">
                <a:solidFill>
                  <a:schemeClr val="bg1"/>
                </a:solidFill>
              </a:rPr>
              <a:t>3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paragraphs</a:t>
            </a:r>
          </a:p>
        </p:txBody>
      </p:sp>
    </p:spTree>
    <p:extLst>
      <p:ext uri="{BB962C8B-B14F-4D97-AF65-F5344CB8AC3E}">
        <p14:creationId xmlns:p14="http://schemas.microsoft.com/office/powerpoint/2010/main" val="372722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43A4-8342-F6BF-E184-A9D62526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1880E-FDC2-E490-2FF8-5CCCC859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slide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With </a:t>
            </a:r>
          </a:p>
          <a:p>
            <a:pPr marL="0" indent="0" algn="ctr">
              <a:buNone/>
            </a:pPr>
            <a:r>
              <a:rPr lang="en-US" i="1">
                <a:solidFill>
                  <a:schemeClr val="bg1"/>
                </a:solidFill>
              </a:rPr>
              <a:t>4</a:t>
            </a:r>
            <a:endParaRPr lang="en-US" i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paragraphs</a:t>
            </a:r>
          </a:p>
        </p:txBody>
      </p:sp>
    </p:spTree>
    <p:extLst>
      <p:ext uri="{BB962C8B-B14F-4D97-AF65-F5344CB8AC3E}">
        <p14:creationId xmlns:p14="http://schemas.microsoft.com/office/powerpoint/2010/main" val="42919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57647-B767-0757-A70A-0EE434D0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E868C-88D2-490C-598B-A4A8A8F30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88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E4B0-58B9-D32C-D5F9-4799A476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21A83-A80B-848A-688F-306B42A9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</a:t>
            </a:r>
            <a:r>
              <a:rPr lang="en-US" b="1" dirty="0">
                <a:solidFill>
                  <a:schemeClr val="bg1"/>
                </a:solidFill>
              </a:rPr>
              <a:t>Bold</a:t>
            </a:r>
            <a:r>
              <a:rPr lang="en-US" dirty="0">
                <a:solidFill>
                  <a:schemeClr val="bg1"/>
                </a:solidFill>
              </a:rPr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116553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A60F5-67BC-5157-48A1-BCBB517F4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F3C56-F412-4BBD-2805-2DE5543D9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Test </a:t>
            </a:r>
            <a:r>
              <a:rPr lang="en-US" b="1" dirty="0">
                <a:solidFill>
                  <a:schemeClr val="bg1"/>
                </a:solidFill>
              </a:rPr>
              <a:t>Bold</a:t>
            </a:r>
            <a:r>
              <a:rPr lang="en-US" dirty="0">
                <a:solidFill>
                  <a:schemeClr val="bg1"/>
                </a:solidFill>
              </a:rPr>
              <a:t> and</a:t>
            </a:r>
          </a:p>
          <a:p>
            <a:pPr marL="0" indent="0" algn="ctr">
              <a:buNone/>
            </a:pPr>
            <a:r>
              <a:rPr lang="en-US" i="1" dirty="0">
                <a:solidFill>
                  <a:schemeClr val="bg1"/>
                </a:solidFill>
              </a:rPr>
              <a:t>Italic</a:t>
            </a:r>
          </a:p>
        </p:txBody>
      </p:sp>
    </p:spTree>
    <p:extLst>
      <p:ext uri="{BB962C8B-B14F-4D97-AF65-F5344CB8AC3E}">
        <p14:creationId xmlns:p14="http://schemas.microsoft.com/office/powerpoint/2010/main" val="161183381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4</TotalTime>
  <Words>26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Helvetica</vt:lpstr>
      <vt:lpstr>Neue Haas Grotesk Text Pro</vt:lpstr>
      <vt:lpstr>Dune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Sharp, Thomas</dc:creator>
  <cp:lastModifiedBy>Sharp, Thomas</cp:lastModifiedBy>
  <cp:revision>1</cp:revision>
  <dcterms:created xsi:type="dcterms:W3CDTF">2026-10-29T01:12:39Z</dcterms:created>
  <dcterms:modified xsi:type="dcterms:W3CDTF">2026-10-29T01:41:10Z</dcterms:modified>
</cp:coreProperties>
</file>