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notesMasterIdLst>
    <p:notesMasterId r:id="rId12"/>
  </p:notesMasterIdLst>
  <p:sldIdLst>
    <p:sldId id="2237" r:id="rId2"/>
    <p:sldId id="2238" r:id="rId3"/>
    <p:sldId id="2239" r:id="rId4"/>
    <p:sldId id="2240" r:id="rId5"/>
    <p:sldId id="2241" r:id="rId6"/>
    <p:sldId id="2242" r:id="rId7"/>
    <p:sldId id="2243" r:id="rId8"/>
    <p:sldId id="2244" r:id="rId9"/>
    <p:sldId id="1789" r:id="rId10"/>
    <p:sldId id="224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EFBB8D-FF92-4A55-ABB7-BE814A13A149}" v="40" dt="2026-10-29T18:40:24.4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6" y="2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rp, Thomas" userId="2f973f5f-3edb-457d-a162-42258ca6e0a3" providerId="ADAL" clId="{51404EFE-A2CC-4493-B4E2-F09D3EAA1857}"/>
    <pc:docChg chg="undo custSel addSld delSld modSld">
      <pc:chgData name="Sharp, Thomas" userId="2f973f5f-3edb-457d-a162-42258ca6e0a3" providerId="ADAL" clId="{51404EFE-A2CC-4493-B4E2-F09D3EAA1857}" dt="2026-10-30T04:09:08.804" v="289" actId="478"/>
      <pc:docMkLst>
        <pc:docMk/>
      </pc:docMkLst>
      <pc:sldChg chg="addSp delSp modSp new del mod">
        <pc:chgData name="Sharp, Thomas" userId="2f973f5f-3edb-457d-a162-42258ca6e0a3" providerId="ADAL" clId="{51404EFE-A2CC-4493-B4E2-F09D3EAA1857}" dt="2026-10-29T01:14:16.212" v="13" actId="47"/>
        <pc:sldMkLst>
          <pc:docMk/>
          <pc:sldMk cId="1681731992" sldId="256"/>
        </pc:sldMkLst>
        <pc:spChg chg="mod">
          <ac:chgData name="Sharp, Thomas" userId="2f973f5f-3edb-457d-a162-42258ca6e0a3" providerId="ADAL" clId="{51404EFE-A2CC-4493-B4E2-F09D3EAA1857}" dt="2026-10-29T01:13:55.259" v="10" actId="20577"/>
          <ac:spMkLst>
            <pc:docMk/>
            <pc:sldMk cId="1681731992" sldId="256"/>
            <ac:spMk id="2" creationId="{9E46ACE6-5350-7358-C512-1D19EC636C4A}"/>
          </ac:spMkLst>
        </pc:spChg>
        <pc:spChg chg="del mod">
          <ac:chgData name="Sharp, Thomas" userId="2f973f5f-3edb-457d-a162-42258ca6e0a3" providerId="ADAL" clId="{51404EFE-A2CC-4493-B4E2-F09D3EAA1857}" dt="2026-10-29T01:13:27.834" v="7" actId="478"/>
          <ac:spMkLst>
            <pc:docMk/>
            <pc:sldMk cId="1681731992" sldId="256"/>
            <ac:spMk id="3" creationId="{B89628E7-4A2A-DDB0-701A-CCB0B2F4569A}"/>
          </ac:spMkLst>
        </pc:spChg>
        <pc:spChg chg="add">
          <ac:chgData name="Sharp, Thomas" userId="2f973f5f-3edb-457d-a162-42258ca6e0a3" providerId="ADAL" clId="{51404EFE-A2CC-4493-B4E2-F09D3EAA1857}" dt="2026-10-29T01:14:07.585" v="11" actId="22"/>
          <ac:spMkLst>
            <pc:docMk/>
            <pc:sldMk cId="1681731992" sldId="256"/>
            <ac:spMk id="5" creationId="{F25EA913-40A0-4CEA-6D8E-7B85A0BA249A}"/>
          </ac:spMkLst>
        </pc:spChg>
      </pc:sldChg>
      <pc:sldChg chg="addSp delSp modSp add del mod">
        <pc:chgData name="Sharp, Thomas" userId="2f973f5f-3edb-457d-a162-42258ca6e0a3" providerId="ADAL" clId="{51404EFE-A2CC-4493-B4E2-F09D3EAA1857}" dt="2026-10-29T18:39:21.556" v="238" actId="47"/>
        <pc:sldMkLst>
          <pc:docMk/>
          <pc:sldMk cId="882255171" sldId="1730"/>
        </pc:sldMkLst>
        <pc:spChg chg="del mod">
          <ac:chgData name="Sharp, Thomas" userId="2f973f5f-3edb-457d-a162-42258ca6e0a3" providerId="ADAL" clId="{51404EFE-A2CC-4493-B4E2-F09D3EAA1857}" dt="2026-10-29T18:38:37.070" v="194" actId="478"/>
          <ac:spMkLst>
            <pc:docMk/>
            <pc:sldMk cId="882255171" sldId="1730"/>
            <ac:spMk id="2" creationId="{429A0374-32D4-6366-EC94-E69F21E3D7A4}"/>
          </ac:spMkLst>
        </pc:spChg>
        <pc:spChg chg="add mod">
          <ac:chgData name="Sharp, Thomas" userId="2f973f5f-3edb-457d-a162-42258ca6e0a3" providerId="ADAL" clId="{51404EFE-A2CC-4493-B4E2-F09D3EAA1857}" dt="2026-10-29T18:38:37.070" v="194" actId="478"/>
          <ac:spMkLst>
            <pc:docMk/>
            <pc:sldMk cId="882255171" sldId="1730"/>
            <ac:spMk id="4" creationId="{E2BA11C1-35B4-DB28-6F46-877CE77EC957}"/>
          </ac:spMkLst>
        </pc:spChg>
      </pc:sldChg>
      <pc:sldChg chg="modSp add del mod">
        <pc:chgData name="Sharp, Thomas" userId="2f973f5f-3edb-457d-a162-42258ca6e0a3" providerId="ADAL" clId="{51404EFE-A2CC-4493-B4E2-F09D3EAA1857}" dt="2026-10-29T18:41:52.884" v="287" actId="207"/>
        <pc:sldMkLst>
          <pc:docMk/>
          <pc:sldMk cId="1615078500" sldId="1789"/>
        </pc:sldMkLst>
        <pc:spChg chg="mod">
          <ac:chgData name="Sharp, Thomas" userId="2f973f5f-3edb-457d-a162-42258ca6e0a3" providerId="ADAL" clId="{51404EFE-A2CC-4493-B4E2-F09D3EAA1857}" dt="2026-10-29T18:41:52.884" v="287" actId="207"/>
          <ac:spMkLst>
            <pc:docMk/>
            <pc:sldMk cId="1615078500" sldId="1789"/>
            <ac:spMk id="3" creationId="{1BC1EC3D-FB68-0B44-861D-F3671C78B381}"/>
          </ac:spMkLst>
        </pc:spChg>
      </pc:sldChg>
      <pc:sldChg chg="modSp add mod">
        <pc:chgData name="Sharp, Thomas" userId="2f973f5f-3edb-457d-a162-42258ca6e0a3" providerId="ADAL" clId="{51404EFE-A2CC-4493-B4E2-F09D3EAA1857}" dt="2026-10-29T01:15:33.460" v="47" actId="20577"/>
        <pc:sldMkLst>
          <pc:docMk/>
          <pc:sldMk cId="2891407977" sldId="2237"/>
        </pc:sldMkLst>
        <pc:spChg chg="mod">
          <ac:chgData name="Sharp, Thomas" userId="2f973f5f-3edb-457d-a162-42258ca6e0a3" providerId="ADAL" clId="{51404EFE-A2CC-4493-B4E2-F09D3EAA1857}" dt="2026-10-29T01:15:33.460" v="47" actId="20577"/>
          <ac:spMkLst>
            <pc:docMk/>
            <pc:sldMk cId="2891407977" sldId="2237"/>
            <ac:spMk id="4" creationId="{B6CCDB9C-7A90-02FA-8DBA-6BF22A353193}"/>
          </ac:spMkLst>
        </pc:spChg>
      </pc:sldChg>
      <pc:sldChg chg="modSp add mod">
        <pc:chgData name="Sharp, Thomas" userId="2f973f5f-3edb-457d-a162-42258ca6e0a3" providerId="ADAL" clId="{51404EFE-A2CC-4493-B4E2-F09D3EAA1857}" dt="2026-10-29T01:15:49.998" v="71" actId="114"/>
        <pc:sldMkLst>
          <pc:docMk/>
          <pc:sldMk cId="2128415345" sldId="2238"/>
        </pc:sldMkLst>
        <pc:spChg chg="mod">
          <ac:chgData name="Sharp, Thomas" userId="2f973f5f-3edb-457d-a162-42258ca6e0a3" providerId="ADAL" clId="{51404EFE-A2CC-4493-B4E2-F09D3EAA1857}" dt="2026-10-29T01:15:49.998" v="71" actId="114"/>
          <ac:spMkLst>
            <pc:docMk/>
            <pc:sldMk cId="2128415345" sldId="2238"/>
            <ac:spMk id="4" creationId="{3FF71B3C-8B7B-5E53-4F65-9BEB308CA8EF}"/>
          </ac:spMkLst>
        </pc:spChg>
      </pc:sldChg>
      <pc:sldChg chg="modSp add mod">
        <pc:chgData name="Sharp, Thomas" userId="2f973f5f-3edb-457d-a162-42258ca6e0a3" providerId="ADAL" clId="{51404EFE-A2CC-4493-B4E2-F09D3EAA1857}" dt="2026-10-29T01:16:04.457" v="77" actId="20577"/>
        <pc:sldMkLst>
          <pc:docMk/>
          <pc:sldMk cId="3727222229" sldId="2239"/>
        </pc:sldMkLst>
        <pc:spChg chg="mod">
          <ac:chgData name="Sharp, Thomas" userId="2f973f5f-3edb-457d-a162-42258ca6e0a3" providerId="ADAL" clId="{51404EFE-A2CC-4493-B4E2-F09D3EAA1857}" dt="2026-10-29T01:16:04.457" v="77" actId="20577"/>
          <ac:spMkLst>
            <pc:docMk/>
            <pc:sldMk cId="3727222229" sldId="2239"/>
            <ac:spMk id="4" creationId="{DFC33841-744C-4CBD-4CCB-53C48593441A}"/>
          </ac:spMkLst>
        </pc:spChg>
      </pc:sldChg>
      <pc:sldChg chg="new del">
        <pc:chgData name="Sharp, Thomas" userId="2f973f5f-3edb-457d-a162-42258ca6e0a3" providerId="ADAL" clId="{51404EFE-A2CC-4493-B4E2-F09D3EAA1857}" dt="2026-10-29T01:16:09.981" v="79" actId="47"/>
        <pc:sldMkLst>
          <pc:docMk/>
          <pc:sldMk cId="3701328045" sldId="2240"/>
        </pc:sldMkLst>
      </pc:sldChg>
      <pc:sldChg chg="modSp add mod">
        <pc:chgData name="Sharp, Thomas" userId="2f973f5f-3edb-457d-a162-42258ca6e0a3" providerId="ADAL" clId="{51404EFE-A2CC-4493-B4E2-F09D3EAA1857}" dt="2026-10-29T01:16:15.010" v="83" actId="20577"/>
        <pc:sldMkLst>
          <pc:docMk/>
          <pc:sldMk cId="4291921034" sldId="2240"/>
        </pc:sldMkLst>
        <pc:spChg chg="mod">
          <ac:chgData name="Sharp, Thomas" userId="2f973f5f-3edb-457d-a162-42258ca6e0a3" providerId="ADAL" clId="{51404EFE-A2CC-4493-B4E2-F09D3EAA1857}" dt="2026-10-29T01:16:15.010" v="83" actId="20577"/>
          <ac:spMkLst>
            <pc:docMk/>
            <pc:sldMk cId="4291921034" sldId="2240"/>
            <ac:spMk id="4" creationId="{D341880E-FDC2-E490-2FF8-5CCCC859030E}"/>
          </ac:spMkLst>
        </pc:spChg>
      </pc:sldChg>
      <pc:sldChg chg="modSp add mod">
        <pc:chgData name="Sharp, Thomas" userId="2f973f5f-3edb-457d-a162-42258ca6e0a3" providerId="ADAL" clId="{51404EFE-A2CC-4493-B4E2-F09D3EAA1857}" dt="2026-10-29T01:39:57.720" v="85" actId="20577"/>
        <pc:sldMkLst>
          <pc:docMk/>
          <pc:sldMk cId="2367881166" sldId="2241"/>
        </pc:sldMkLst>
        <pc:spChg chg="mod">
          <ac:chgData name="Sharp, Thomas" userId="2f973f5f-3edb-457d-a162-42258ca6e0a3" providerId="ADAL" clId="{51404EFE-A2CC-4493-B4E2-F09D3EAA1857}" dt="2026-10-29T01:39:57.720" v="85" actId="20577"/>
          <ac:spMkLst>
            <pc:docMk/>
            <pc:sldMk cId="2367881166" sldId="2241"/>
            <ac:spMk id="4" creationId="{570E868C-88D2-490C-598B-A4A8A8F3099B}"/>
          </ac:spMkLst>
        </pc:spChg>
      </pc:sldChg>
      <pc:sldChg chg="modSp add mod">
        <pc:chgData name="Sharp, Thomas" userId="2f973f5f-3edb-457d-a162-42258ca6e0a3" providerId="ADAL" clId="{51404EFE-A2CC-4493-B4E2-F09D3EAA1857}" dt="2026-10-29T01:40:52.105" v="101" actId="20577"/>
        <pc:sldMkLst>
          <pc:docMk/>
          <pc:sldMk cId="1165539419" sldId="2242"/>
        </pc:sldMkLst>
        <pc:spChg chg="mod">
          <ac:chgData name="Sharp, Thomas" userId="2f973f5f-3edb-457d-a162-42258ca6e0a3" providerId="ADAL" clId="{51404EFE-A2CC-4493-B4E2-F09D3EAA1857}" dt="2026-10-29T01:40:52.105" v="101" actId="20577"/>
          <ac:spMkLst>
            <pc:docMk/>
            <pc:sldMk cId="1165539419" sldId="2242"/>
            <ac:spMk id="4" creationId="{7BB21A83-A80B-848A-688F-306B42A9A529}"/>
          </ac:spMkLst>
        </pc:spChg>
      </pc:sldChg>
      <pc:sldChg chg="modSp add mod">
        <pc:chgData name="Sharp, Thomas" userId="2f973f5f-3edb-457d-a162-42258ca6e0a3" providerId="ADAL" clId="{51404EFE-A2CC-4493-B4E2-F09D3EAA1857}" dt="2026-10-29T01:41:06.295" v="123" actId="20577"/>
        <pc:sldMkLst>
          <pc:docMk/>
          <pc:sldMk cId="1611833816" sldId="2243"/>
        </pc:sldMkLst>
        <pc:spChg chg="mod">
          <ac:chgData name="Sharp, Thomas" userId="2f973f5f-3edb-457d-a162-42258ca6e0a3" providerId="ADAL" clId="{51404EFE-A2CC-4493-B4E2-F09D3EAA1857}" dt="2026-10-29T01:41:06.295" v="123" actId="20577"/>
          <ac:spMkLst>
            <pc:docMk/>
            <pc:sldMk cId="1611833816" sldId="2243"/>
            <ac:spMk id="4" creationId="{D50F3C56-F412-4BBD-2805-2DE5543D94D1}"/>
          </ac:spMkLst>
        </pc:spChg>
      </pc:sldChg>
      <pc:sldChg chg="modSp add mod">
        <pc:chgData name="Sharp, Thomas" userId="2f973f5f-3edb-457d-a162-42258ca6e0a3" providerId="ADAL" clId="{51404EFE-A2CC-4493-B4E2-F09D3EAA1857}" dt="2026-10-29T18:33:33.518" v="181" actId="5793"/>
        <pc:sldMkLst>
          <pc:docMk/>
          <pc:sldMk cId="4086482452" sldId="2244"/>
        </pc:sldMkLst>
        <pc:spChg chg="mod">
          <ac:chgData name="Sharp, Thomas" userId="2f973f5f-3edb-457d-a162-42258ca6e0a3" providerId="ADAL" clId="{51404EFE-A2CC-4493-B4E2-F09D3EAA1857}" dt="2026-10-29T18:33:33.518" v="181" actId="5793"/>
          <ac:spMkLst>
            <pc:docMk/>
            <pc:sldMk cId="4086482452" sldId="2244"/>
            <ac:spMk id="4" creationId="{58FDBFF7-0385-C428-891C-AD543635E418}"/>
          </ac:spMkLst>
        </pc:spChg>
      </pc:sldChg>
      <pc:sldChg chg="modSp add del addAnim delAnim modAnim">
        <pc:chgData name="Sharp, Thomas" userId="2f973f5f-3edb-457d-a162-42258ca6e0a3" providerId="ADAL" clId="{51404EFE-A2CC-4493-B4E2-F09D3EAA1857}" dt="2026-10-29T18:40:23.355" v="240" actId="47"/>
        <pc:sldMkLst>
          <pc:docMk/>
          <pc:sldMk cId="1205046571" sldId="2245"/>
        </pc:sldMkLst>
        <pc:spChg chg="mod">
          <ac:chgData name="Sharp, Thomas" userId="2f973f5f-3edb-457d-a162-42258ca6e0a3" providerId="ADAL" clId="{51404EFE-A2CC-4493-B4E2-F09D3EAA1857}" dt="2026-10-29T18:39:17.691" v="237" actId="114"/>
          <ac:spMkLst>
            <pc:docMk/>
            <pc:sldMk cId="1205046571" sldId="2245"/>
            <ac:spMk id="4" creationId="{C9CCA4A7-4983-EFB1-9A26-C60E497CE9CE}"/>
          </ac:spMkLst>
        </pc:spChg>
      </pc:sldChg>
      <pc:sldChg chg="delSp new mod">
        <pc:chgData name="Sharp, Thomas" userId="2f973f5f-3edb-457d-a162-42258ca6e0a3" providerId="ADAL" clId="{51404EFE-A2CC-4493-B4E2-F09D3EAA1857}" dt="2026-10-30T04:09:08.804" v="289" actId="478"/>
        <pc:sldMkLst>
          <pc:docMk/>
          <pc:sldMk cId="1421016979" sldId="2245"/>
        </pc:sldMkLst>
        <pc:spChg chg="del">
          <ac:chgData name="Sharp, Thomas" userId="2f973f5f-3edb-457d-a162-42258ca6e0a3" providerId="ADAL" clId="{51404EFE-A2CC-4493-B4E2-F09D3EAA1857}" dt="2026-10-30T04:09:08.804" v="289" actId="478"/>
          <ac:spMkLst>
            <pc:docMk/>
            <pc:sldMk cId="1421016979" sldId="2245"/>
            <ac:spMk id="2" creationId="{956F9605-00EE-23C3-6F80-92F2515BCC8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C18A98-5077-49B9-97C6-17B661F93CD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3EC0B5-C9BD-43EF-9015-8128332DB0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63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E60FC-7BDD-5A42-882E-43817867494E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557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06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65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924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440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92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632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57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709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22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8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330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356469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62956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4823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8336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15506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290448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409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481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820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70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52768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234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441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56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22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4861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USE ME H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/>
          <a:lstStyle>
            <a:lvl1pPr>
              <a:lnSpc>
                <a:spcPct val="100000"/>
              </a:lnSpc>
              <a:defRPr sz="7000" b="0" baseline="0">
                <a:latin typeface="Helvetica"/>
                <a:cs typeface="Helvetica"/>
              </a:defRPr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6420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BEC55A82-803E-4A25-858D-203D9A3C944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DA24EFF8-425D-498E-9757-A48935B5D9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29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08" r:id="rId19"/>
    <p:sldLayoutId id="2147483709" r:id="rId20"/>
    <p:sldLayoutId id="2147483710" r:id="rId21"/>
    <p:sldLayoutId id="2147483711" r:id="rId22"/>
    <p:sldLayoutId id="2147483712" r:id="rId23"/>
    <p:sldLayoutId id="2147483713" r:id="rId24"/>
    <p:sldLayoutId id="2147483714" r:id="rId25"/>
    <p:sldLayoutId id="2147483715" r:id="rId26"/>
    <p:sldLayoutId id="2147483716" r:id="rId27"/>
    <p:sldLayoutId id="2147483717" r:id="rId28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CDB9C-7A90-02FA-8DBA-6BF22A353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 #1</a:t>
            </a:r>
          </a:p>
        </p:txBody>
      </p:sp>
    </p:spTree>
    <p:extLst>
      <p:ext uri="{BB962C8B-B14F-4D97-AF65-F5344CB8AC3E}">
        <p14:creationId xmlns:p14="http://schemas.microsoft.com/office/powerpoint/2010/main" val="2891407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3CFA3-10DA-320C-16F6-D966D6B6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F71B3C-8B7B-5E53-4F65-9BEB308CA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With </a:t>
            </a:r>
            <a:r>
              <a:rPr lang="en-US" i="1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 paragraphs</a:t>
            </a:r>
          </a:p>
        </p:txBody>
      </p:sp>
    </p:spTree>
    <p:extLst>
      <p:ext uri="{BB962C8B-B14F-4D97-AF65-F5344CB8AC3E}">
        <p14:creationId xmlns:p14="http://schemas.microsoft.com/office/powerpoint/2010/main" val="2128415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A7D9D-C678-C682-5CB1-CF56E7EF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33841-744C-4CBD-4CCB-53C485934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With </a:t>
            </a:r>
            <a:r>
              <a:rPr lang="en-US" i="1" dirty="0">
                <a:solidFill>
                  <a:schemeClr val="bg1"/>
                </a:solidFill>
              </a:rPr>
              <a:t>3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paragraphs</a:t>
            </a:r>
          </a:p>
        </p:txBody>
      </p:sp>
    </p:spTree>
    <p:extLst>
      <p:ext uri="{BB962C8B-B14F-4D97-AF65-F5344CB8AC3E}">
        <p14:creationId xmlns:p14="http://schemas.microsoft.com/office/powerpoint/2010/main" val="3727222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643A4-8342-F6BF-E184-A9D625264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1880E-FDC2-E490-2FF8-5CCCC8590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With </a:t>
            </a:r>
          </a:p>
          <a:p>
            <a:pPr marL="0" indent="0" algn="ctr">
              <a:buNone/>
            </a:pPr>
            <a:r>
              <a:rPr lang="en-US" i="1">
                <a:solidFill>
                  <a:schemeClr val="bg1"/>
                </a:solidFill>
              </a:rPr>
              <a:t>4</a:t>
            </a:r>
            <a:endParaRPr lang="en-US" i="1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paragraphs</a:t>
            </a:r>
          </a:p>
        </p:txBody>
      </p:sp>
    </p:spTree>
    <p:extLst>
      <p:ext uri="{BB962C8B-B14F-4D97-AF65-F5344CB8AC3E}">
        <p14:creationId xmlns:p14="http://schemas.microsoft.com/office/powerpoint/2010/main" val="4291921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57647-B767-0757-A70A-0EE434D03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0E868C-88D2-490C-598B-A4A8A8F30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788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9E4B0-58B9-D32C-D5F9-4799A476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B21A83-A80B-848A-688F-306B42A9A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</a:t>
            </a:r>
            <a:r>
              <a:rPr lang="en-US" b="1" dirty="0">
                <a:solidFill>
                  <a:schemeClr val="bg1"/>
                </a:solidFill>
              </a:rPr>
              <a:t>Bold</a:t>
            </a:r>
            <a:r>
              <a:rPr lang="en-US" dirty="0">
                <a:solidFill>
                  <a:schemeClr val="bg1"/>
                </a:solidFill>
              </a:rPr>
              <a:t> slide</a:t>
            </a:r>
          </a:p>
        </p:txBody>
      </p:sp>
    </p:spTree>
    <p:extLst>
      <p:ext uri="{BB962C8B-B14F-4D97-AF65-F5344CB8AC3E}">
        <p14:creationId xmlns:p14="http://schemas.microsoft.com/office/powerpoint/2010/main" val="116553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A60F5-67BC-5157-48A1-BCBB517F4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F3C56-F412-4BBD-2805-2DE5543D9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</a:t>
            </a:r>
            <a:r>
              <a:rPr lang="en-US" b="1" dirty="0">
                <a:solidFill>
                  <a:schemeClr val="bg1"/>
                </a:solidFill>
              </a:rPr>
              <a:t>Bold</a:t>
            </a:r>
            <a:r>
              <a:rPr lang="en-US" dirty="0">
                <a:solidFill>
                  <a:schemeClr val="bg1"/>
                </a:solidFill>
              </a:rPr>
              <a:t> and</a:t>
            </a:r>
          </a:p>
          <a:p>
            <a:pPr marL="0" indent="0" algn="ctr">
              <a:buNone/>
            </a:pPr>
            <a:r>
              <a:rPr lang="en-US" i="1" dirty="0">
                <a:solidFill>
                  <a:schemeClr val="bg1"/>
                </a:solidFill>
              </a:rPr>
              <a:t>Italic</a:t>
            </a:r>
          </a:p>
        </p:txBody>
      </p:sp>
    </p:spTree>
    <p:extLst>
      <p:ext uri="{BB962C8B-B14F-4D97-AF65-F5344CB8AC3E}">
        <p14:creationId xmlns:p14="http://schemas.microsoft.com/office/powerpoint/2010/main" val="1611833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4F48A-48B9-C195-5926-762D9A3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FDBFF7-0385-C428-891C-AD543635E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Please silence all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electronic devices</a:t>
            </a:r>
          </a:p>
        </p:txBody>
      </p:sp>
    </p:spTree>
    <p:extLst>
      <p:ext uri="{BB962C8B-B14F-4D97-AF65-F5344CB8AC3E}">
        <p14:creationId xmlns:p14="http://schemas.microsoft.com/office/powerpoint/2010/main" val="408648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1EC3D-FB68-0B44-861D-F3671C78B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Test Slide With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1615078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1016979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9</TotalTime>
  <Words>36</Words>
  <Application>Microsoft Office PowerPoint</Application>
  <PresentationFormat>Widescreen</PresentationFormat>
  <Paragraphs>18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Helvetica</vt:lpstr>
      <vt:lpstr>Neue Haas Grotesk Text Pro</vt:lpstr>
      <vt:lpstr>Dune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Sharp, Thomas</dc:creator>
  <cp:lastModifiedBy>Sharp, Thomas</cp:lastModifiedBy>
  <cp:revision>1</cp:revision>
  <dcterms:created xsi:type="dcterms:W3CDTF">2026-10-29T01:12:39Z</dcterms:created>
  <dcterms:modified xsi:type="dcterms:W3CDTF">2026-10-30T04:09:10Z</dcterms:modified>
</cp:coreProperties>
</file>