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notesMasterIdLst>
    <p:notesMasterId r:id="rId11"/>
  </p:notesMasterIdLst>
  <p:sldIdLst>
    <p:sldId id="2237" r:id="rId2"/>
    <p:sldId id="2238" r:id="rId3"/>
    <p:sldId id="2239" r:id="rId4"/>
    <p:sldId id="2240" r:id="rId5"/>
    <p:sldId id="2241" r:id="rId6"/>
    <p:sldId id="2242" r:id="rId7"/>
    <p:sldId id="2243" r:id="rId8"/>
    <p:sldId id="2244" r:id="rId9"/>
    <p:sldId id="178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EFBB8D-FF92-4A55-ABB7-BE814A13A149}" v="40" dt="2026-10-29T18:40:24.4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66" y="2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rp, Thomas" userId="2f973f5f-3edb-457d-a162-42258ca6e0a3" providerId="ADAL" clId="{51404EFE-A2CC-4493-B4E2-F09D3EAA1857}"/>
    <pc:docChg chg="undo custSel addSld delSld modSld">
      <pc:chgData name="Sharp, Thomas" userId="2f973f5f-3edb-457d-a162-42258ca6e0a3" providerId="ADAL" clId="{51404EFE-A2CC-4493-B4E2-F09D3EAA1857}" dt="2026-10-29T18:41:52.884" v="287" actId="207"/>
      <pc:docMkLst>
        <pc:docMk/>
      </pc:docMkLst>
      <pc:sldChg chg="addSp delSp modSp new del mod">
        <pc:chgData name="Sharp, Thomas" userId="2f973f5f-3edb-457d-a162-42258ca6e0a3" providerId="ADAL" clId="{51404EFE-A2CC-4493-B4E2-F09D3EAA1857}" dt="2026-10-29T01:14:16.212" v="13" actId="47"/>
        <pc:sldMkLst>
          <pc:docMk/>
          <pc:sldMk cId="1681731992" sldId="256"/>
        </pc:sldMkLst>
        <pc:spChg chg="mod">
          <ac:chgData name="Sharp, Thomas" userId="2f973f5f-3edb-457d-a162-42258ca6e0a3" providerId="ADAL" clId="{51404EFE-A2CC-4493-B4E2-F09D3EAA1857}" dt="2026-10-29T01:13:55.259" v="10" actId="20577"/>
          <ac:spMkLst>
            <pc:docMk/>
            <pc:sldMk cId="1681731992" sldId="256"/>
            <ac:spMk id="2" creationId="{9E46ACE6-5350-7358-C512-1D19EC636C4A}"/>
          </ac:spMkLst>
        </pc:spChg>
        <pc:spChg chg="del mod">
          <ac:chgData name="Sharp, Thomas" userId="2f973f5f-3edb-457d-a162-42258ca6e0a3" providerId="ADAL" clId="{51404EFE-A2CC-4493-B4E2-F09D3EAA1857}" dt="2026-10-29T01:13:27.834" v="7" actId="478"/>
          <ac:spMkLst>
            <pc:docMk/>
            <pc:sldMk cId="1681731992" sldId="256"/>
            <ac:spMk id="3" creationId="{B89628E7-4A2A-DDB0-701A-CCB0B2F4569A}"/>
          </ac:spMkLst>
        </pc:spChg>
        <pc:spChg chg="add">
          <ac:chgData name="Sharp, Thomas" userId="2f973f5f-3edb-457d-a162-42258ca6e0a3" providerId="ADAL" clId="{51404EFE-A2CC-4493-B4E2-F09D3EAA1857}" dt="2026-10-29T01:14:07.585" v="11" actId="22"/>
          <ac:spMkLst>
            <pc:docMk/>
            <pc:sldMk cId="1681731992" sldId="256"/>
            <ac:spMk id="5" creationId="{F25EA913-40A0-4CEA-6D8E-7B85A0BA249A}"/>
          </ac:spMkLst>
        </pc:spChg>
      </pc:sldChg>
      <pc:sldChg chg="addSp delSp modSp add del mod">
        <pc:chgData name="Sharp, Thomas" userId="2f973f5f-3edb-457d-a162-42258ca6e0a3" providerId="ADAL" clId="{51404EFE-A2CC-4493-B4E2-F09D3EAA1857}" dt="2026-10-29T18:39:21.556" v="238" actId="47"/>
        <pc:sldMkLst>
          <pc:docMk/>
          <pc:sldMk cId="882255171" sldId="1730"/>
        </pc:sldMkLst>
        <pc:spChg chg="del mod">
          <ac:chgData name="Sharp, Thomas" userId="2f973f5f-3edb-457d-a162-42258ca6e0a3" providerId="ADAL" clId="{51404EFE-A2CC-4493-B4E2-F09D3EAA1857}" dt="2026-10-29T18:38:37.070" v="194" actId="478"/>
          <ac:spMkLst>
            <pc:docMk/>
            <pc:sldMk cId="882255171" sldId="1730"/>
            <ac:spMk id="2" creationId="{429A0374-32D4-6366-EC94-E69F21E3D7A4}"/>
          </ac:spMkLst>
        </pc:spChg>
        <pc:spChg chg="add mod">
          <ac:chgData name="Sharp, Thomas" userId="2f973f5f-3edb-457d-a162-42258ca6e0a3" providerId="ADAL" clId="{51404EFE-A2CC-4493-B4E2-F09D3EAA1857}" dt="2026-10-29T18:38:37.070" v="194" actId="478"/>
          <ac:spMkLst>
            <pc:docMk/>
            <pc:sldMk cId="882255171" sldId="1730"/>
            <ac:spMk id="4" creationId="{E2BA11C1-35B4-DB28-6F46-877CE77EC957}"/>
          </ac:spMkLst>
        </pc:spChg>
      </pc:sldChg>
      <pc:sldChg chg="modSp add del mod">
        <pc:chgData name="Sharp, Thomas" userId="2f973f5f-3edb-457d-a162-42258ca6e0a3" providerId="ADAL" clId="{51404EFE-A2CC-4493-B4E2-F09D3EAA1857}" dt="2026-10-29T18:41:52.884" v="287" actId="207"/>
        <pc:sldMkLst>
          <pc:docMk/>
          <pc:sldMk cId="1615078500" sldId="1789"/>
        </pc:sldMkLst>
        <pc:spChg chg="mod">
          <ac:chgData name="Sharp, Thomas" userId="2f973f5f-3edb-457d-a162-42258ca6e0a3" providerId="ADAL" clId="{51404EFE-A2CC-4493-B4E2-F09D3EAA1857}" dt="2026-10-29T18:41:52.884" v="287" actId="207"/>
          <ac:spMkLst>
            <pc:docMk/>
            <pc:sldMk cId="1615078500" sldId="1789"/>
            <ac:spMk id="3" creationId="{1BC1EC3D-FB68-0B44-861D-F3671C78B381}"/>
          </ac:spMkLst>
        </pc:spChg>
      </pc:sldChg>
      <pc:sldChg chg="modSp add mod">
        <pc:chgData name="Sharp, Thomas" userId="2f973f5f-3edb-457d-a162-42258ca6e0a3" providerId="ADAL" clId="{51404EFE-A2CC-4493-B4E2-F09D3EAA1857}" dt="2026-10-29T01:15:33.460" v="47" actId="20577"/>
        <pc:sldMkLst>
          <pc:docMk/>
          <pc:sldMk cId="2891407977" sldId="2237"/>
        </pc:sldMkLst>
        <pc:spChg chg="mod">
          <ac:chgData name="Sharp, Thomas" userId="2f973f5f-3edb-457d-a162-42258ca6e0a3" providerId="ADAL" clId="{51404EFE-A2CC-4493-B4E2-F09D3EAA1857}" dt="2026-10-29T01:15:33.460" v="47" actId="20577"/>
          <ac:spMkLst>
            <pc:docMk/>
            <pc:sldMk cId="2891407977" sldId="2237"/>
            <ac:spMk id="4" creationId="{B6CCDB9C-7A90-02FA-8DBA-6BF22A353193}"/>
          </ac:spMkLst>
        </pc:spChg>
      </pc:sldChg>
      <pc:sldChg chg="modSp add mod">
        <pc:chgData name="Sharp, Thomas" userId="2f973f5f-3edb-457d-a162-42258ca6e0a3" providerId="ADAL" clId="{51404EFE-A2CC-4493-B4E2-F09D3EAA1857}" dt="2026-10-29T01:15:49.998" v="71" actId="114"/>
        <pc:sldMkLst>
          <pc:docMk/>
          <pc:sldMk cId="2128415345" sldId="2238"/>
        </pc:sldMkLst>
        <pc:spChg chg="mod">
          <ac:chgData name="Sharp, Thomas" userId="2f973f5f-3edb-457d-a162-42258ca6e0a3" providerId="ADAL" clId="{51404EFE-A2CC-4493-B4E2-F09D3EAA1857}" dt="2026-10-29T01:15:49.998" v="71" actId="114"/>
          <ac:spMkLst>
            <pc:docMk/>
            <pc:sldMk cId="2128415345" sldId="2238"/>
            <ac:spMk id="4" creationId="{3FF71B3C-8B7B-5E53-4F65-9BEB308CA8EF}"/>
          </ac:spMkLst>
        </pc:spChg>
      </pc:sldChg>
      <pc:sldChg chg="modSp add mod">
        <pc:chgData name="Sharp, Thomas" userId="2f973f5f-3edb-457d-a162-42258ca6e0a3" providerId="ADAL" clId="{51404EFE-A2CC-4493-B4E2-F09D3EAA1857}" dt="2026-10-29T01:16:04.457" v="77" actId="20577"/>
        <pc:sldMkLst>
          <pc:docMk/>
          <pc:sldMk cId="3727222229" sldId="2239"/>
        </pc:sldMkLst>
        <pc:spChg chg="mod">
          <ac:chgData name="Sharp, Thomas" userId="2f973f5f-3edb-457d-a162-42258ca6e0a3" providerId="ADAL" clId="{51404EFE-A2CC-4493-B4E2-F09D3EAA1857}" dt="2026-10-29T01:16:04.457" v="77" actId="20577"/>
          <ac:spMkLst>
            <pc:docMk/>
            <pc:sldMk cId="3727222229" sldId="2239"/>
            <ac:spMk id="4" creationId="{DFC33841-744C-4CBD-4CCB-53C48593441A}"/>
          </ac:spMkLst>
        </pc:spChg>
      </pc:sldChg>
      <pc:sldChg chg="new del">
        <pc:chgData name="Sharp, Thomas" userId="2f973f5f-3edb-457d-a162-42258ca6e0a3" providerId="ADAL" clId="{51404EFE-A2CC-4493-B4E2-F09D3EAA1857}" dt="2026-10-29T01:16:09.981" v="79" actId="47"/>
        <pc:sldMkLst>
          <pc:docMk/>
          <pc:sldMk cId="3701328045" sldId="2240"/>
        </pc:sldMkLst>
      </pc:sldChg>
      <pc:sldChg chg="modSp add mod">
        <pc:chgData name="Sharp, Thomas" userId="2f973f5f-3edb-457d-a162-42258ca6e0a3" providerId="ADAL" clId="{51404EFE-A2CC-4493-B4E2-F09D3EAA1857}" dt="2026-10-29T01:16:15.010" v="83" actId="20577"/>
        <pc:sldMkLst>
          <pc:docMk/>
          <pc:sldMk cId="4291921034" sldId="2240"/>
        </pc:sldMkLst>
        <pc:spChg chg="mod">
          <ac:chgData name="Sharp, Thomas" userId="2f973f5f-3edb-457d-a162-42258ca6e0a3" providerId="ADAL" clId="{51404EFE-A2CC-4493-B4E2-F09D3EAA1857}" dt="2026-10-29T01:16:15.010" v="83" actId="20577"/>
          <ac:spMkLst>
            <pc:docMk/>
            <pc:sldMk cId="4291921034" sldId="2240"/>
            <ac:spMk id="4" creationId="{D341880E-FDC2-E490-2FF8-5CCCC859030E}"/>
          </ac:spMkLst>
        </pc:spChg>
      </pc:sldChg>
      <pc:sldChg chg="modSp add mod">
        <pc:chgData name="Sharp, Thomas" userId="2f973f5f-3edb-457d-a162-42258ca6e0a3" providerId="ADAL" clId="{51404EFE-A2CC-4493-B4E2-F09D3EAA1857}" dt="2026-10-29T01:39:57.720" v="85" actId="20577"/>
        <pc:sldMkLst>
          <pc:docMk/>
          <pc:sldMk cId="2367881166" sldId="2241"/>
        </pc:sldMkLst>
        <pc:spChg chg="mod">
          <ac:chgData name="Sharp, Thomas" userId="2f973f5f-3edb-457d-a162-42258ca6e0a3" providerId="ADAL" clId="{51404EFE-A2CC-4493-B4E2-F09D3EAA1857}" dt="2026-10-29T01:39:57.720" v="85" actId="20577"/>
          <ac:spMkLst>
            <pc:docMk/>
            <pc:sldMk cId="2367881166" sldId="2241"/>
            <ac:spMk id="4" creationId="{570E868C-88D2-490C-598B-A4A8A8F3099B}"/>
          </ac:spMkLst>
        </pc:spChg>
      </pc:sldChg>
      <pc:sldChg chg="modSp add mod">
        <pc:chgData name="Sharp, Thomas" userId="2f973f5f-3edb-457d-a162-42258ca6e0a3" providerId="ADAL" clId="{51404EFE-A2CC-4493-B4E2-F09D3EAA1857}" dt="2026-10-29T01:40:52.105" v="101" actId="20577"/>
        <pc:sldMkLst>
          <pc:docMk/>
          <pc:sldMk cId="1165539419" sldId="2242"/>
        </pc:sldMkLst>
        <pc:spChg chg="mod">
          <ac:chgData name="Sharp, Thomas" userId="2f973f5f-3edb-457d-a162-42258ca6e0a3" providerId="ADAL" clId="{51404EFE-A2CC-4493-B4E2-F09D3EAA1857}" dt="2026-10-29T01:40:52.105" v="101" actId="20577"/>
          <ac:spMkLst>
            <pc:docMk/>
            <pc:sldMk cId="1165539419" sldId="2242"/>
            <ac:spMk id="4" creationId="{7BB21A83-A80B-848A-688F-306B42A9A529}"/>
          </ac:spMkLst>
        </pc:spChg>
      </pc:sldChg>
      <pc:sldChg chg="modSp add mod">
        <pc:chgData name="Sharp, Thomas" userId="2f973f5f-3edb-457d-a162-42258ca6e0a3" providerId="ADAL" clId="{51404EFE-A2CC-4493-B4E2-F09D3EAA1857}" dt="2026-10-29T01:41:06.295" v="123" actId="20577"/>
        <pc:sldMkLst>
          <pc:docMk/>
          <pc:sldMk cId="1611833816" sldId="2243"/>
        </pc:sldMkLst>
        <pc:spChg chg="mod">
          <ac:chgData name="Sharp, Thomas" userId="2f973f5f-3edb-457d-a162-42258ca6e0a3" providerId="ADAL" clId="{51404EFE-A2CC-4493-B4E2-F09D3EAA1857}" dt="2026-10-29T01:41:06.295" v="123" actId="20577"/>
          <ac:spMkLst>
            <pc:docMk/>
            <pc:sldMk cId="1611833816" sldId="2243"/>
            <ac:spMk id="4" creationId="{D50F3C56-F412-4BBD-2805-2DE5543D94D1}"/>
          </ac:spMkLst>
        </pc:spChg>
      </pc:sldChg>
      <pc:sldChg chg="modSp add mod">
        <pc:chgData name="Sharp, Thomas" userId="2f973f5f-3edb-457d-a162-42258ca6e0a3" providerId="ADAL" clId="{51404EFE-A2CC-4493-B4E2-F09D3EAA1857}" dt="2026-10-29T18:33:33.518" v="181" actId="5793"/>
        <pc:sldMkLst>
          <pc:docMk/>
          <pc:sldMk cId="4086482452" sldId="2244"/>
        </pc:sldMkLst>
        <pc:spChg chg="mod">
          <ac:chgData name="Sharp, Thomas" userId="2f973f5f-3edb-457d-a162-42258ca6e0a3" providerId="ADAL" clId="{51404EFE-A2CC-4493-B4E2-F09D3EAA1857}" dt="2026-10-29T18:33:33.518" v="181" actId="5793"/>
          <ac:spMkLst>
            <pc:docMk/>
            <pc:sldMk cId="4086482452" sldId="2244"/>
            <ac:spMk id="4" creationId="{58FDBFF7-0385-C428-891C-AD543635E418}"/>
          </ac:spMkLst>
        </pc:spChg>
      </pc:sldChg>
      <pc:sldChg chg="modSp add del addAnim delAnim modAnim">
        <pc:chgData name="Sharp, Thomas" userId="2f973f5f-3edb-457d-a162-42258ca6e0a3" providerId="ADAL" clId="{51404EFE-A2CC-4493-B4E2-F09D3EAA1857}" dt="2026-10-29T18:40:23.355" v="240" actId="47"/>
        <pc:sldMkLst>
          <pc:docMk/>
          <pc:sldMk cId="1205046571" sldId="2245"/>
        </pc:sldMkLst>
        <pc:spChg chg="mod">
          <ac:chgData name="Sharp, Thomas" userId="2f973f5f-3edb-457d-a162-42258ca6e0a3" providerId="ADAL" clId="{51404EFE-A2CC-4493-B4E2-F09D3EAA1857}" dt="2026-10-29T18:39:17.691" v="237" actId="114"/>
          <ac:spMkLst>
            <pc:docMk/>
            <pc:sldMk cId="1205046571" sldId="2245"/>
            <ac:spMk id="4" creationId="{C9CCA4A7-4983-EFB1-9A26-C60E497CE9C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C18A98-5077-49B9-97C6-17B661F93CD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3EC0B5-C9BD-43EF-9015-8128332DB0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063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E60FC-7BDD-5A42-882E-43817867494E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557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" y="5176159"/>
            <a:ext cx="11640312" cy="845493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313" y="5980176"/>
            <a:ext cx="11612880" cy="53035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50AF6FA-7D1D-1351-A76E-43C54D28FD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66700"/>
            <a:ext cx="11649456" cy="4853814"/>
          </a:xfrm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91657"/>
            <a:ext cx="2805405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37848" y="6391657"/>
            <a:ext cx="3494314" cy="330466"/>
          </a:xfrm>
        </p:spPr>
        <p:txBody>
          <a:bodyPr/>
          <a:lstStyle>
            <a:lvl1pPr algn="r">
              <a:defRPr>
                <a:solidFill>
                  <a:schemeClr val="tx2"/>
                </a:solidFill>
                <a:effectLst/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391657"/>
            <a:ext cx="429207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4060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65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0262" y="208754"/>
            <a:ext cx="4066072" cy="372593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68729" y="4846320"/>
            <a:ext cx="4066072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A934108-77F2-43A6-38EF-C1CDEDD103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6699"/>
            <a:ext cx="7238998" cy="6322891"/>
          </a:xfrm>
          <a:custGeom>
            <a:avLst/>
            <a:gdLst>
              <a:gd name="connsiteX0" fmla="*/ 291359 w 7238998"/>
              <a:gd name="connsiteY0" fmla="*/ 0 h 6322891"/>
              <a:gd name="connsiteX1" fmla="*/ 6947639 w 7238998"/>
              <a:gd name="connsiteY1" fmla="*/ 0 h 6322891"/>
              <a:gd name="connsiteX2" fmla="*/ 7238998 w 7238998"/>
              <a:gd name="connsiteY2" fmla="*/ 291359 h 6322891"/>
              <a:gd name="connsiteX3" fmla="*/ 7238998 w 7238998"/>
              <a:gd name="connsiteY3" fmla="*/ 6031532 h 6322891"/>
              <a:gd name="connsiteX4" fmla="*/ 6947639 w 7238998"/>
              <a:gd name="connsiteY4" fmla="*/ 6322891 h 6322891"/>
              <a:gd name="connsiteX5" fmla="*/ 291359 w 7238998"/>
              <a:gd name="connsiteY5" fmla="*/ 6322891 h 6322891"/>
              <a:gd name="connsiteX6" fmla="*/ 0 w 7238998"/>
              <a:gd name="connsiteY6" fmla="*/ 6031532 h 6322891"/>
              <a:gd name="connsiteX7" fmla="*/ 0 w 7238998"/>
              <a:gd name="connsiteY7" fmla="*/ 291359 h 6322891"/>
              <a:gd name="connsiteX8" fmla="*/ 291359 w 7238998"/>
              <a:gd name="connsiteY8" fmla="*/ 0 h 6322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38998" h="6322891">
                <a:moveTo>
                  <a:pt x="291359" y="0"/>
                </a:moveTo>
                <a:lnTo>
                  <a:pt x="6947639" y="0"/>
                </a:lnTo>
                <a:cubicBezTo>
                  <a:pt x="7108552" y="0"/>
                  <a:pt x="7238998" y="130446"/>
                  <a:pt x="7238998" y="291359"/>
                </a:cubicBezTo>
                <a:lnTo>
                  <a:pt x="7238998" y="6031532"/>
                </a:lnTo>
                <a:cubicBezTo>
                  <a:pt x="7238998" y="6192445"/>
                  <a:pt x="7108552" y="6322891"/>
                  <a:pt x="6947639" y="6322891"/>
                </a:cubicBezTo>
                <a:lnTo>
                  <a:pt x="291359" y="6322891"/>
                </a:lnTo>
                <a:cubicBezTo>
                  <a:pt x="130446" y="6322891"/>
                  <a:pt x="0" y="6192445"/>
                  <a:pt x="0" y="6031532"/>
                </a:cubicBezTo>
                <a:lnTo>
                  <a:pt x="0" y="291359"/>
                </a:lnTo>
                <a:cubicBezTo>
                  <a:pt x="0" y="130446"/>
                  <a:pt x="130446" y="0"/>
                  <a:pt x="29135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66481" y="639165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639165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6388837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924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8598" y="1529542"/>
            <a:ext cx="8154804" cy="2323883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0715" y="4053504"/>
            <a:ext cx="5970570" cy="107267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5440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29" y="3200400"/>
            <a:ext cx="9002895" cy="3582184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4" y="14121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14121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141216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992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15" y="189689"/>
            <a:ext cx="11341905" cy="1629485"/>
          </a:xfrm>
        </p:spPr>
        <p:txBody>
          <a:bodyPr anchor="t">
            <a:normAutofit/>
          </a:bodyPr>
          <a:lstStyle>
            <a:lvl1pPr>
              <a:defRPr sz="76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2362200"/>
            <a:ext cx="5829300" cy="3810000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1600" dirty="0"/>
            </a:lvl1pPr>
            <a:lvl2pPr marL="571500" indent="-342900">
              <a:buFont typeface="+mj-lt"/>
              <a:buAutoNum type="arabicPeriod"/>
              <a:defRPr lang="en-US" sz="16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600" dirty="0"/>
            </a:lvl4pPr>
            <a:lvl5pPr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1632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4061862"/>
            <a:ext cx="5913120" cy="2268359"/>
          </a:xfrm>
        </p:spPr>
        <p:txBody>
          <a:bodyPr anchor="t">
            <a:normAutofit/>
          </a:bodyPr>
          <a:lstStyle>
            <a:lvl1pPr>
              <a:defRPr sz="5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88BC23C-4171-DFCF-3175-10D2602FF56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74320" y="268508"/>
            <a:ext cx="11649456" cy="3609085"/>
          </a:xfrm>
          <a:custGeom>
            <a:avLst/>
            <a:gdLst>
              <a:gd name="connsiteX0" fmla="*/ 283385 w 11658600"/>
              <a:gd name="connsiteY0" fmla="*/ 0 h 3609085"/>
              <a:gd name="connsiteX1" fmla="*/ 11375215 w 11658600"/>
              <a:gd name="connsiteY1" fmla="*/ 0 h 3609085"/>
              <a:gd name="connsiteX2" fmla="*/ 11658600 w 11658600"/>
              <a:gd name="connsiteY2" fmla="*/ 283385 h 3609085"/>
              <a:gd name="connsiteX3" fmla="*/ 11658600 w 11658600"/>
              <a:gd name="connsiteY3" fmla="*/ 3325700 h 3609085"/>
              <a:gd name="connsiteX4" fmla="*/ 11375215 w 11658600"/>
              <a:gd name="connsiteY4" fmla="*/ 3609085 h 3609085"/>
              <a:gd name="connsiteX5" fmla="*/ 283385 w 11658600"/>
              <a:gd name="connsiteY5" fmla="*/ 3609085 h 3609085"/>
              <a:gd name="connsiteX6" fmla="*/ 0 w 11658600"/>
              <a:gd name="connsiteY6" fmla="*/ 3325700 h 3609085"/>
              <a:gd name="connsiteX7" fmla="*/ 0 w 11658600"/>
              <a:gd name="connsiteY7" fmla="*/ 283385 h 3609085"/>
              <a:gd name="connsiteX8" fmla="*/ 283385 w 11658600"/>
              <a:gd name="connsiteY8" fmla="*/ 0 h 3609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8600" h="3609085">
                <a:moveTo>
                  <a:pt x="283385" y="0"/>
                </a:moveTo>
                <a:lnTo>
                  <a:pt x="11375215" y="0"/>
                </a:lnTo>
                <a:cubicBezTo>
                  <a:pt x="11531724" y="0"/>
                  <a:pt x="11658600" y="126876"/>
                  <a:pt x="11658600" y="283385"/>
                </a:cubicBezTo>
                <a:lnTo>
                  <a:pt x="11658600" y="3325700"/>
                </a:lnTo>
                <a:cubicBezTo>
                  <a:pt x="11658600" y="3482209"/>
                  <a:pt x="11531724" y="3609085"/>
                  <a:pt x="11375215" y="3609085"/>
                </a:cubicBezTo>
                <a:lnTo>
                  <a:pt x="283385" y="3609085"/>
                </a:lnTo>
                <a:cubicBezTo>
                  <a:pt x="126876" y="3609085"/>
                  <a:pt x="0" y="3482209"/>
                  <a:pt x="0" y="3325700"/>
                </a:cubicBezTo>
                <a:lnTo>
                  <a:pt x="0" y="283385"/>
                </a:lnTo>
                <a:cubicBezTo>
                  <a:pt x="0" y="126876"/>
                  <a:pt x="126876" y="0"/>
                  <a:pt x="28338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15973" y="4039118"/>
            <a:ext cx="4419601" cy="2268360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sz="1400" dirty="0"/>
            </a:lvl1pPr>
            <a:lvl2pPr marL="571500" indent="-342900">
              <a:buFont typeface="+mj-lt"/>
              <a:buAutoNum type="arabicPeriod"/>
              <a:defRPr lang="en-US" sz="1400" dirty="0"/>
            </a:lvl2pPr>
            <a:lvl3pPr marL="800100" indent="-342900">
              <a:buFont typeface="+mj-lt"/>
              <a:buAutoNum type="arabicPeriod"/>
              <a:defRPr lang="en-US" sz="14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7737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570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131" y="1638299"/>
            <a:ext cx="3314700" cy="3873268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01019" y="1638299"/>
            <a:ext cx="6080760" cy="387326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7096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310394" cy="4058127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72674" y="266700"/>
            <a:ext cx="7688495" cy="604783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822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9525" y="219456"/>
            <a:ext cx="6376547" cy="106600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C455FC9-9346-2F53-C58C-5C64036CD9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4419600" cy="6325969"/>
          </a:xfrm>
          <a:custGeom>
            <a:avLst/>
            <a:gdLst>
              <a:gd name="connsiteX0" fmla="*/ 300746 w 4381500"/>
              <a:gd name="connsiteY0" fmla="*/ 0 h 6290961"/>
              <a:gd name="connsiteX1" fmla="*/ 4080754 w 4381500"/>
              <a:gd name="connsiteY1" fmla="*/ 0 h 6290961"/>
              <a:gd name="connsiteX2" fmla="*/ 4381500 w 4381500"/>
              <a:gd name="connsiteY2" fmla="*/ 300746 h 6290961"/>
              <a:gd name="connsiteX3" fmla="*/ 4381500 w 4381500"/>
              <a:gd name="connsiteY3" fmla="*/ 5990215 h 6290961"/>
              <a:gd name="connsiteX4" fmla="*/ 4080754 w 4381500"/>
              <a:gd name="connsiteY4" fmla="*/ 6290961 h 6290961"/>
              <a:gd name="connsiteX5" fmla="*/ 300746 w 4381500"/>
              <a:gd name="connsiteY5" fmla="*/ 6290961 h 6290961"/>
              <a:gd name="connsiteX6" fmla="*/ 0 w 4381500"/>
              <a:gd name="connsiteY6" fmla="*/ 5990215 h 6290961"/>
              <a:gd name="connsiteX7" fmla="*/ 0 w 4381500"/>
              <a:gd name="connsiteY7" fmla="*/ 300746 h 6290961"/>
              <a:gd name="connsiteX8" fmla="*/ 300746 w 4381500"/>
              <a:gd name="connsiteY8" fmla="*/ 0 h 6290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81500" h="6290961">
                <a:moveTo>
                  <a:pt x="300746" y="0"/>
                </a:moveTo>
                <a:lnTo>
                  <a:pt x="4080754" y="0"/>
                </a:lnTo>
                <a:cubicBezTo>
                  <a:pt x="4246851" y="0"/>
                  <a:pt x="4381500" y="134649"/>
                  <a:pt x="4381500" y="300746"/>
                </a:cubicBezTo>
                <a:lnTo>
                  <a:pt x="4381500" y="5990215"/>
                </a:lnTo>
                <a:cubicBezTo>
                  <a:pt x="4381500" y="6156312"/>
                  <a:pt x="4246851" y="6290961"/>
                  <a:pt x="4080754" y="6290961"/>
                </a:cubicBezTo>
                <a:lnTo>
                  <a:pt x="300746" y="6290961"/>
                </a:lnTo>
                <a:cubicBezTo>
                  <a:pt x="134649" y="6290961"/>
                  <a:pt x="0" y="6156312"/>
                  <a:pt x="0" y="5990215"/>
                </a:cubicBezTo>
                <a:lnTo>
                  <a:pt x="0" y="300746"/>
                </a:lnTo>
                <a:cubicBezTo>
                  <a:pt x="0" y="134649"/>
                  <a:pt x="134649" y="0"/>
                  <a:pt x="3007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19526" y="1285462"/>
            <a:ext cx="6376546" cy="4986355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9526" y="6387737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284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702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FC55F3DB-E75F-ADDF-8222-D3F62F2CCE8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4 h 6320854"/>
              <a:gd name="connsiteX10" fmla="*/ 105939 w 3675888"/>
              <a:gd name="connsiteY10" fmla="*/ 6252721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7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4"/>
                </a:lnTo>
                <a:lnTo>
                  <a:pt x="105939" y="6252721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7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88702" y="1143000"/>
            <a:ext cx="7241298" cy="5239512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88702" y="6382981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3305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2880" y="1143000"/>
            <a:ext cx="7241298" cy="5239512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2981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92093" y="6387128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4177" y="6387128"/>
            <a:ext cx="457200" cy="338328"/>
          </a:xfrm>
        </p:spPr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47C8A4F-E753-8148-3650-49C421EB54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249412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3 h 6320854"/>
              <a:gd name="connsiteX10" fmla="*/ 105939 w 3675888"/>
              <a:gd name="connsiteY10" fmla="*/ 6252722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8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3"/>
                </a:lnTo>
                <a:lnTo>
                  <a:pt x="105939" y="6252722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8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356469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5" y="219456"/>
            <a:ext cx="4717429" cy="11808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5" y="1400344"/>
            <a:ext cx="4729045" cy="4871473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88172" y="6390795"/>
            <a:ext cx="1298784" cy="338328"/>
          </a:xfrm>
        </p:spPr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86956" y="6390795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00703" y="266700"/>
            <a:ext cx="6324469" cy="6324600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862956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1" y="220869"/>
            <a:ext cx="3208020" cy="308863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6300" y="266700"/>
            <a:ext cx="3500538" cy="63246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61087" y="220870"/>
            <a:ext cx="3200400" cy="6055554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4823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3755" y="219456"/>
            <a:ext cx="3891435" cy="122533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3BE62AC-2855-BB28-0282-25CA658273E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0473" y="265176"/>
            <a:ext cx="6984636" cy="6327648"/>
          </a:xfrm>
          <a:custGeom>
            <a:avLst/>
            <a:gdLst>
              <a:gd name="connsiteX0" fmla="*/ 302565 w 7228936"/>
              <a:gd name="connsiteY0" fmla="*/ 0 h 6316602"/>
              <a:gd name="connsiteX1" fmla="*/ 6926371 w 7228936"/>
              <a:gd name="connsiteY1" fmla="*/ 0 h 6316602"/>
              <a:gd name="connsiteX2" fmla="*/ 7228936 w 7228936"/>
              <a:gd name="connsiteY2" fmla="*/ 302565 h 6316602"/>
              <a:gd name="connsiteX3" fmla="*/ 7228936 w 7228936"/>
              <a:gd name="connsiteY3" fmla="*/ 6014037 h 6316602"/>
              <a:gd name="connsiteX4" fmla="*/ 6926371 w 7228936"/>
              <a:gd name="connsiteY4" fmla="*/ 6316602 h 6316602"/>
              <a:gd name="connsiteX5" fmla="*/ 302565 w 7228936"/>
              <a:gd name="connsiteY5" fmla="*/ 6316602 h 6316602"/>
              <a:gd name="connsiteX6" fmla="*/ 0 w 7228936"/>
              <a:gd name="connsiteY6" fmla="*/ 6014037 h 6316602"/>
              <a:gd name="connsiteX7" fmla="*/ 0 w 7228936"/>
              <a:gd name="connsiteY7" fmla="*/ 302565 h 6316602"/>
              <a:gd name="connsiteX8" fmla="*/ 302565 w 7228936"/>
              <a:gd name="connsiteY8" fmla="*/ 0 h 631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28936" h="6316602">
                <a:moveTo>
                  <a:pt x="302565" y="0"/>
                </a:moveTo>
                <a:lnTo>
                  <a:pt x="6926371" y="0"/>
                </a:lnTo>
                <a:cubicBezTo>
                  <a:pt x="7093473" y="0"/>
                  <a:pt x="7228936" y="135463"/>
                  <a:pt x="7228936" y="302565"/>
                </a:cubicBezTo>
                <a:lnTo>
                  <a:pt x="7228936" y="6014037"/>
                </a:lnTo>
                <a:cubicBezTo>
                  <a:pt x="7228936" y="6181139"/>
                  <a:pt x="7093473" y="6316602"/>
                  <a:pt x="6926371" y="6316602"/>
                </a:cubicBezTo>
                <a:lnTo>
                  <a:pt x="302565" y="6316602"/>
                </a:lnTo>
                <a:cubicBezTo>
                  <a:pt x="135463" y="6316602"/>
                  <a:pt x="0" y="6181139"/>
                  <a:pt x="0" y="6014037"/>
                </a:cubicBezTo>
                <a:lnTo>
                  <a:pt x="0" y="302565"/>
                </a:lnTo>
                <a:cubicBezTo>
                  <a:pt x="0" y="135463"/>
                  <a:pt x="135463" y="0"/>
                  <a:pt x="30256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13753" y="1435652"/>
            <a:ext cx="3891435" cy="4833862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15079" y="6387128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8336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4" y="219456"/>
            <a:ext cx="3234982" cy="157721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4" y="1796675"/>
            <a:ext cx="3234982" cy="447147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5" y="6387128"/>
            <a:ext cx="2095770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206416" y="6390795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8500" y="6390795"/>
            <a:ext cx="457200" cy="338328"/>
          </a:xfrm>
        </p:spPr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965783" y="265176"/>
            <a:ext cx="7959517" cy="6327648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155060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78" y="216452"/>
            <a:ext cx="3381587" cy="2213524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62400" y="177492"/>
            <a:ext cx="7962900" cy="2286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5878" y="2513464"/>
            <a:ext cx="2805405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30339" y="2516244"/>
            <a:ext cx="1284010" cy="338328"/>
          </a:xfrm>
        </p:spPr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5" y="2513464"/>
            <a:ext cx="449306" cy="338328"/>
          </a:xfrm>
        </p:spPr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56056E-3484-D9D0-95D5-818FF4C3C8D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935280"/>
            <a:ext cx="11651080" cy="3656020"/>
          </a:xfrm>
          <a:custGeom>
            <a:avLst/>
            <a:gdLst>
              <a:gd name="connsiteX0" fmla="*/ 298989 w 11651080"/>
              <a:gd name="connsiteY0" fmla="*/ 0 h 3656020"/>
              <a:gd name="connsiteX1" fmla="*/ 11352091 w 11651080"/>
              <a:gd name="connsiteY1" fmla="*/ 0 h 3656020"/>
              <a:gd name="connsiteX2" fmla="*/ 11651080 w 11651080"/>
              <a:gd name="connsiteY2" fmla="*/ 298989 h 3656020"/>
              <a:gd name="connsiteX3" fmla="*/ 11651080 w 11651080"/>
              <a:gd name="connsiteY3" fmla="*/ 3357031 h 3656020"/>
              <a:gd name="connsiteX4" fmla="*/ 11352091 w 11651080"/>
              <a:gd name="connsiteY4" fmla="*/ 3656020 h 3656020"/>
              <a:gd name="connsiteX5" fmla="*/ 298989 w 11651080"/>
              <a:gd name="connsiteY5" fmla="*/ 3656020 h 3656020"/>
              <a:gd name="connsiteX6" fmla="*/ 0 w 11651080"/>
              <a:gd name="connsiteY6" fmla="*/ 3357031 h 3656020"/>
              <a:gd name="connsiteX7" fmla="*/ 0 w 11651080"/>
              <a:gd name="connsiteY7" fmla="*/ 298989 h 3656020"/>
              <a:gd name="connsiteX8" fmla="*/ 298989 w 11651080"/>
              <a:gd name="connsiteY8" fmla="*/ 0 h 3656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3656020">
                <a:moveTo>
                  <a:pt x="298989" y="0"/>
                </a:moveTo>
                <a:lnTo>
                  <a:pt x="11352091" y="0"/>
                </a:lnTo>
                <a:cubicBezTo>
                  <a:pt x="11517218" y="0"/>
                  <a:pt x="11651080" y="133862"/>
                  <a:pt x="11651080" y="298989"/>
                </a:cubicBezTo>
                <a:lnTo>
                  <a:pt x="11651080" y="3357031"/>
                </a:lnTo>
                <a:cubicBezTo>
                  <a:pt x="11651080" y="3522158"/>
                  <a:pt x="11517218" y="3656020"/>
                  <a:pt x="11352091" y="3656020"/>
                </a:cubicBezTo>
                <a:lnTo>
                  <a:pt x="298989" y="3656020"/>
                </a:lnTo>
                <a:cubicBezTo>
                  <a:pt x="133862" y="3656020"/>
                  <a:pt x="0" y="3522158"/>
                  <a:pt x="0" y="3357031"/>
                </a:cubicBezTo>
                <a:lnTo>
                  <a:pt x="0" y="298989"/>
                </a:lnTo>
                <a:cubicBezTo>
                  <a:pt x="0" y="133862"/>
                  <a:pt x="133862" y="0"/>
                  <a:pt x="29898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290448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172641" cy="3145019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95997E6-BE07-E83F-D207-0CADA004E02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000500" y="265332"/>
            <a:ext cx="7924800" cy="3095837"/>
          </a:xfrm>
          <a:custGeom>
            <a:avLst/>
            <a:gdLst>
              <a:gd name="connsiteX0" fmla="*/ 282309 w 8229600"/>
              <a:gd name="connsiteY0" fmla="*/ 0 h 3095837"/>
              <a:gd name="connsiteX1" fmla="*/ 7947291 w 8229600"/>
              <a:gd name="connsiteY1" fmla="*/ 0 h 3095837"/>
              <a:gd name="connsiteX2" fmla="*/ 8229600 w 8229600"/>
              <a:gd name="connsiteY2" fmla="*/ 282309 h 3095837"/>
              <a:gd name="connsiteX3" fmla="*/ 8229600 w 8229600"/>
              <a:gd name="connsiteY3" fmla="*/ 2813528 h 3095837"/>
              <a:gd name="connsiteX4" fmla="*/ 7947291 w 8229600"/>
              <a:gd name="connsiteY4" fmla="*/ 3095837 h 3095837"/>
              <a:gd name="connsiteX5" fmla="*/ 282309 w 8229600"/>
              <a:gd name="connsiteY5" fmla="*/ 3095837 h 3095837"/>
              <a:gd name="connsiteX6" fmla="*/ 0 w 8229600"/>
              <a:gd name="connsiteY6" fmla="*/ 2813528 h 3095837"/>
              <a:gd name="connsiteX7" fmla="*/ 0 w 8229600"/>
              <a:gd name="connsiteY7" fmla="*/ 282309 h 3095837"/>
              <a:gd name="connsiteX8" fmla="*/ 282309 w 8229600"/>
              <a:gd name="connsiteY8" fmla="*/ 0 h 3095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3095837">
                <a:moveTo>
                  <a:pt x="282309" y="0"/>
                </a:moveTo>
                <a:lnTo>
                  <a:pt x="7947291" y="0"/>
                </a:lnTo>
                <a:cubicBezTo>
                  <a:pt x="8103206" y="0"/>
                  <a:pt x="8229600" y="126394"/>
                  <a:pt x="8229600" y="282309"/>
                </a:cubicBezTo>
                <a:lnTo>
                  <a:pt x="8229600" y="2813528"/>
                </a:lnTo>
                <a:cubicBezTo>
                  <a:pt x="8229600" y="2969443"/>
                  <a:pt x="8103206" y="3095837"/>
                  <a:pt x="7947291" y="3095837"/>
                </a:cubicBezTo>
                <a:lnTo>
                  <a:pt x="282309" y="3095837"/>
                </a:lnTo>
                <a:cubicBezTo>
                  <a:pt x="126394" y="3095837"/>
                  <a:pt x="0" y="2969443"/>
                  <a:pt x="0" y="2813528"/>
                </a:cubicBezTo>
                <a:lnTo>
                  <a:pt x="0" y="282309"/>
                </a:lnTo>
                <a:cubicBezTo>
                  <a:pt x="0" y="126394"/>
                  <a:pt x="126394" y="0"/>
                  <a:pt x="28230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14565" y="3543597"/>
            <a:ext cx="8010734" cy="28435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2409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5778B4-3E3F-C3EF-5322-2ECFF646D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31821" y="760151"/>
            <a:ext cx="9728359" cy="4233673"/>
          </a:xfrm>
          <a:prstGeom prst="roundRect">
            <a:avLst>
              <a:gd name="adj" fmla="val 7502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6276" y="5255159"/>
            <a:ext cx="9299448" cy="1025326"/>
          </a:xfrm>
        </p:spPr>
        <p:txBody>
          <a:bodyPr anchor="ctr">
            <a:normAutofit/>
          </a:bodyPr>
          <a:lstStyle>
            <a:lvl1pPr algn="ctr">
              <a:lnSpc>
                <a:spcPct val="90000"/>
              </a:lnSpc>
              <a:defRPr sz="24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46276" y="1293091"/>
            <a:ext cx="9299448" cy="394392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0000"/>
              </a:lnSpc>
              <a:buNone/>
              <a:defRPr sz="26000" spc="-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5481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2880" y="173736"/>
            <a:ext cx="10475499" cy="4850651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600" b="0" cap="none" spc="-50" baseline="0"/>
            </a:lvl1pPr>
            <a:lvl2pPr marL="228600" indent="0">
              <a:lnSpc>
                <a:spcPct val="90000"/>
              </a:lnSpc>
              <a:buNone/>
              <a:defRPr sz="6600" b="0" cap="none" spc="-50" baseline="0"/>
            </a:lvl2pPr>
            <a:lvl3pPr marL="457200" indent="0">
              <a:lnSpc>
                <a:spcPct val="90000"/>
              </a:lnSpc>
              <a:buNone/>
              <a:defRPr sz="6000" b="0" cap="none" spc="-50" baseline="0"/>
            </a:lvl3pPr>
            <a:lvl4pPr marL="685800" indent="0">
              <a:lnSpc>
                <a:spcPct val="90000"/>
              </a:lnSpc>
              <a:buNone/>
              <a:defRPr sz="5400" b="0" cap="none" spc="-50" baseline="0"/>
            </a:lvl4pPr>
            <a:lvl5pPr marL="914400" indent="0">
              <a:lnSpc>
                <a:spcPct val="90000"/>
              </a:lnSpc>
              <a:buNone/>
              <a:defRPr sz="4800" b="0" cap="none" spc="-50" baseline="0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820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8784" y="5029200"/>
            <a:ext cx="9198864" cy="713232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2000" b="1" spc="-5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88784" y="1115568"/>
            <a:ext cx="9198864" cy="358444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0704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1326704" cy="10415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2E940BF-81C2-1FFB-391F-670B2E738E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2880" y="1645920"/>
            <a:ext cx="5420409" cy="4741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FB763AB3-1DFB-9F9F-2339-33F3C49C8C1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8400" y="1645920"/>
            <a:ext cx="5261184" cy="4741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52768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186" y="219456"/>
            <a:ext cx="11274552" cy="7898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185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D6A39E64-722E-F001-F641-974F5225314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1631" y="1649451"/>
            <a:ext cx="521208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5352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B9C0BFD-5C7B-FA0D-DCE8-95D24728FEB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5352" y="1649451"/>
            <a:ext cx="521208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2344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441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556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861" y="207228"/>
            <a:ext cx="11001943" cy="1790700"/>
          </a:xfrm>
        </p:spPr>
        <p:txBody>
          <a:bodyPr anchor="t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22195" y="3264408"/>
            <a:ext cx="10147610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722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5580" y="1089247"/>
            <a:ext cx="6360840" cy="2171716"/>
          </a:xfrm>
        </p:spPr>
        <p:txBody>
          <a:bodyPr anchor="b">
            <a:noAutofit/>
          </a:bodyPr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22864" y="3499880"/>
            <a:ext cx="5543550" cy="177165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en-US" sz="1600" dirty="0"/>
            </a:lvl1pPr>
            <a:lvl2pPr marL="228600" indent="0" algn="ctr">
              <a:buNone/>
              <a:defRPr lang="en-US" sz="1600" dirty="0"/>
            </a:lvl2pPr>
            <a:lvl3pPr marL="457200" indent="0" algn="ctr">
              <a:buNone/>
              <a:defRPr lang="en-US" sz="1600" dirty="0"/>
            </a:lvl3pPr>
            <a:lvl4pPr marL="685800" indent="0" algn="ctr">
              <a:buNone/>
              <a:defRPr lang="en-US" sz="1600" dirty="0"/>
            </a:lvl4pPr>
            <a:lvl5pPr marL="914400" indent="0" algn="ctr">
              <a:buNone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4861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USE ME H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</p:spPr>
        <p:txBody>
          <a:bodyPr anchor="ctr"/>
          <a:lstStyle>
            <a:lvl1pPr>
              <a:lnSpc>
                <a:spcPct val="100000"/>
              </a:lnSpc>
              <a:defRPr sz="7000" b="0" baseline="0">
                <a:latin typeface="Helvetica"/>
                <a:cs typeface="Helvetica"/>
              </a:defRPr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64201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0835640" cy="969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" y="1183206"/>
            <a:ext cx="10835640" cy="50886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8704" y="6387128"/>
            <a:ext cx="2703777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7500" y="6387128"/>
            <a:ext cx="10320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9584" y="6387128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729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  <p:sldLayoutId id="2147483706" r:id="rId17"/>
    <p:sldLayoutId id="2147483707" r:id="rId18"/>
    <p:sldLayoutId id="2147483708" r:id="rId19"/>
    <p:sldLayoutId id="2147483709" r:id="rId20"/>
    <p:sldLayoutId id="2147483710" r:id="rId21"/>
    <p:sldLayoutId id="2147483711" r:id="rId22"/>
    <p:sldLayoutId id="2147483712" r:id="rId23"/>
    <p:sldLayoutId id="2147483713" r:id="rId24"/>
    <p:sldLayoutId id="2147483714" r:id="rId25"/>
    <p:sldLayoutId id="2147483715" r:id="rId26"/>
    <p:sldLayoutId id="2147483716" r:id="rId27"/>
    <p:sldLayoutId id="2147483717" r:id="rId28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68">
          <p15:clr>
            <a:srgbClr val="F26B43"/>
          </p15:clr>
        </p15:guide>
        <p15:guide id="4" orient="horz" pos="168">
          <p15:clr>
            <a:srgbClr val="F26B43"/>
          </p15:clr>
        </p15:guide>
        <p15:guide id="5" pos="7512">
          <p15:clr>
            <a:srgbClr val="F26B43"/>
          </p15:clr>
        </p15:guide>
        <p15:guide id="6" orient="horz" pos="4152">
          <p15:clr>
            <a:srgbClr val="F26B43"/>
          </p15:clr>
        </p15:guide>
        <p15:guide id="12" pos="4728">
          <p15:clr>
            <a:srgbClr val="F26B43"/>
          </p15:clr>
        </p15:guide>
        <p15:guide id="13" pos="5328">
          <p15:clr>
            <a:srgbClr val="F26B43"/>
          </p15:clr>
        </p15:guide>
        <p15:guide id="26" pos="2952">
          <p15:clr>
            <a:srgbClr val="F26B43"/>
          </p15:clr>
        </p15:guide>
        <p15:guide id="27" pos="3096">
          <p15:clr>
            <a:srgbClr val="F26B43"/>
          </p15:clr>
        </p15:guide>
        <p15:guide id="29" pos="4128">
          <p15:clr>
            <a:srgbClr val="F26B43"/>
          </p15:clr>
        </p15:guide>
        <p15:guide id="30" pos="1392">
          <p15:clr>
            <a:srgbClr val="F26B43"/>
          </p15:clr>
        </p15:guide>
        <p15:guide id="3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CDB9C-7A90-02FA-8DBA-6BF22A3531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Test slide #1</a:t>
            </a:r>
          </a:p>
        </p:txBody>
      </p:sp>
    </p:spTree>
    <p:extLst>
      <p:ext uri="{BB962C8B-B14F-4D97-AF65-F5344CB8AC3E}">
        <p14:creationId xmlns:p14="http://schemas.microsoft.com/office/powerpoint/2010/main" val="28914079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3CFA3-10DA-320C-16F6-D966D6B63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F71B3C-8B7B-5E53-4F65-9BEB308CA8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Test slide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With </a:t>
            </a:r>
            <a:r>
              <a:rPr lang="en-US" i="1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 paragraphs</a:t>
            </a:r>
          </a:p>
        </p:txBody>
      </p:sp>
    </p:spTree>
    <p:extLst>
      <p:ext uri="{BB962C8B-B14F-4D97-AF65-F5344CB8AC3E}">
        <p14:creationId xmlns:p14="http://schemas.microsoft.com/office/powerpoint/2010/main" val="2128415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A7D9D-C678-C682-5CB1-CF56E7EFA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C33841-744C-4CBD-4CCB-53C485934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Test slide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With </a:t>
            </a:r>
            <a:r>
              <a:rPr lang="en-US" i="1" dirty="0">
                <a:solidFill>
                  <a:schemeClr val="bg1"/>
                </a:solidFill>
              </a:rPr>
              <a:t>3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paragraphs</a:t>
            </a:r>
          </a:p>
        </p:txBody>
      </p:sp>
    </p:spTree>
    <p:extLst>
      <p:ext uri="{BB962C8B-B14F-4D97-AF65-F5344CB8AC3E}">
        <p14:creationId xmlns:p14="http://schemas.microsoft.com/office/powerpoint/2010/main" val="3727222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643A4-8342-F6BF-E184-A9D625264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41880E-FDC2-E490-2FF8-5CCCC8590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Test slide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With </a:t>
            </a:r>
          </a:p>
          <a:p>
            <a:pPr marL="0" indent="0" algn="ctr">
              <a:buNone/>
            </a:pPr>
            <a:r>
              <a:rPr lang="en-US" i="1">
                <a:solidFill>
                  <a:schemeClr val="bg1"/>
                </a:solidFill>
              </a:rPr>
              <a:t>4</a:t>
            </a:r>
            <a:endParaRPr lang="en-US" i="1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paragraphs</a:t>
            </a:r>
          </a:p>
        </p:txBody>
      </p:sp>
    </p:spTree>
    <p:extLst>
      <p:ext uri="{BB962C8B-B14F-4D97-AF65-F5344CB8AC3E}">
        <p14:creationId xmlns:p14="http://schemas.microsoft.com/office/powerpoint/2010/main" val="4291921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57647-B767-0757-A70A-0EE434D03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0E868C-88D2-490C-598B-A4A8A8F30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7881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9E4B0-58B9-D32C-D5F9-4799A4763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B21A83-A80B-848A-688F-306B42A9A5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Test </a:t>
            </a:r>
            <a:r>
              <a:rPr lang="en-US" b="1" dirty="0">
                <a:solidFill>
                  <a:schemeClr val="bg1"/>
                </a:solidFill>
              </a:rPr>
              <a:t>Bold</a:t>
            </a:r>
            <a:r>
              <a:rPr lang="en-US" dirty="0">
                <a:solidFill>
                  <a:schemeClr val="bg1"/>
                </a:solidFill>
              </a:rPr>
              <a:t> slide</a:t>
            </a:r>
          </a:p>
        </p:txBody>
      </p:sp>
    </p:spTree>
    <p:extLst>
      <p:ext uri="{BB962C8B-B14F-4D97-AF65-F5344CB8AC3E}">
        <p14:creationId xmlns:p14="http://schemas.microsoft.com/office/powerpoint/2010/main" val="1165539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A60F5-67BC-5157-48A1-BCBB517F4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0F3C56-F412-4BBD-2805-2DE5543D9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Test </a:t>
            </a:r>
            <a:r>
              <a:rPr lang="en-US" b="1" dirty="0">
                <a:solidFill>
                  <a:schemeClr val="bg1"/>
                </a:solidFill>
              </a:rPr>
              <a:t>Bold</a:t>
            </a:r>
            <a:r>
              <a:rPr lang="en-US" dirty="0">
                <a:solidFill>
                  <a:schemeClr val="bg1"/>
                </a:solidFill>
              </a:rPr>
              <a:t> and</a:t>
            </a:r>
          </a:p>
          <a:p>
            <a:pPr marL="0" indent="0" algn="ctr">
              <a:buNone/>
            </a:pPr>
            <a:r>
              <a:rPr lang="en-US" i="1" dirty="0">
                <a:solidFill>
                  <a:schemeClr val="bg1"/>
                </a:solidFill>
              </a:rPr>
              <a:t>Italic</a:t>
            </a:r>
          </a:p>
        </p:txBody>
      </p:sp>
    </p:spTree>
    <p:extLst>
      <p:ext uri="{BB962C8B-B14F-4D97-AF65-F5344CB8AC3E}">
        <p14:creationId xmlns:p14="http://schemas.microsoft.com/office/powerpoint/2010/main" val="16118338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4F48A-48B9-C195-5926-762D9A354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FDBFF7-0385-C428-891C-AD543635E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Please silence all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electronic devices</a:t>
            </a:r>
          </a:p>
        </p:txBody>
      </p:sp>
    </p:spTree>
    <p:extLst>
      <p:ext uri="{BB962C8B-B14F-4D97-AF65-F5344CB8AC3E}">
        <p14:creationId xmlns:p14="http://schemas.microsoft.com/office/powerpoint/2010/main" val="4086482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C1EC3D-FB68-0B44-861D-F3671C78B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Test Slide With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Animations</a:t>
            </a:r>
          </a:p>
        </p:txBody>
      </p:sp>
    </p:spTree>
    <p:extLst>
      <p:ext uri="{BB962C8B-B14F-4D97-AF65-F5344CB8AC3E}">
        <p14:creationId xmlns:p14="http://schemas.microsoft.com/office/powerpoint/2010/main" val="1615078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Dune">
  <a:themeElements>
    <a:clrScheme name="Dune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" id="{7A434096-21D7-44B8-8536-5670F4990977}" vid="{9E2B180D-3A1B-4983-B64A-9C133C18DC9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Dune</Template>
  <TotalTime>9</TotalTime>
  <Words>36</Words>
  <Application>Microsoft Office PowerPoint</Application>
  <PresentationFormat>Widescreen</PresentationFormat>
  <Paragraphs>18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Helvetica</vt:lpstr>
      <vt:lpstr>Neue Haas Grotesk Text Pro</vt:lpstr>
      <vt:lpstr>Dune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Sharp, Thomas</dc:creator>
  <cp:lastModifiedBy>Sharp, Thomas</cp:lastModifiedBy>
  <cp:revision>1</cp:revision>
  <dcterms:created xsi:type="dcterms:W3CDTF">2026-10-29T01:12:39Z</dcterms:created>
  <dcterms:modified xsi:type="dcterms:W3CDTF">2026-10-29T18:41:58Z</dcterms:modified>
</cp:coreProperties>
</file>